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计算机视觉概述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计算机视觉是人工智能的一个重要分支，研究如何使计算机理解图像和视频。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OpenCV 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OpenCV 是一个开源计算机视觉库，提供丰富的图像处理和机器学习算法。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